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02A12-0078-4E84-92CA-E8972A9CD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779810-97B6-44F9-B6E5-2FE555BE4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EF3E2D-586E-457E-A479-CF350A4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ACFE-47C4-40A0-BB45-FAEDA9BB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9DAEC-A6FE-4001-8618-3FD6A038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5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B8516-928B-4B0D-BEF3-AFC20900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2997D-B901-479C-85F2-4FB82F55E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F4DD77-E56A-4870-BA42-3947EC86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075C7-8B69-46D2-B0E2-58F5E9B0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99707-B59D-4A17-89C5-D67B40C2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E6A34-37B0-402B-808E-984723C6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0716F2-3A9E-49D3-A801-85921064D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D93BF5-B1A2-40D8-88F9-5F38FC64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006697-F4C9-42E6-8040-8C29228E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1082D-7027-454C-BC9D-F7DC278C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7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8FF96-AEAC-440D-88E5-AFA60984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F189F-E3D1-44B8-A0A7-D2BC48092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15B7F-28CC-4922-B3C4-AC7595AE2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F82919-43ED-49CE-8A80-3C000C26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A99388-108B-4E3D-B4E4-853EE299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F7E5F-CDAC-45C8-A7D4-B56D2941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5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78C18-8981-49FC-82AC-6F38DBC69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A5CE3C-BD6A-4092-887C-B735C64BF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1336D5-AD28-46C5-BE99-E06DD1BBA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65A7B1-7B45-49DD-B7E4-D627F4651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C5040C-4515-44C0-9E14-773F01AF0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A7C2F5-8CC3-4BC8-AECF-E4789160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01A7A8-1A75-4207-AD42-D5320DFB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811272-8B87-4A7D-AA66-E422CB73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1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C267A-A871-4585-8F28-F68FC0B37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B144D3-9880-4D34-BB0B-83D8AD98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48CE36-0EC1-446C-AEE3-4203D709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EC57C2-EC5A-4730-810C-A03098AC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432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9410C4-CE94-4DF5-BDF4-43EDD40B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5641AD-90C8-4858-9805-F2A5CB90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7700AF-B0FF-4830-9F95-109D8387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34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D23CC-208B-4025-A0D7-584AD9A6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65C37-815A-4AE1-991C-C250D743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D2CCB-AA06-4C0B-B01A-820BBA588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726B47-6E31-4338-B767-5379A64B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C0EE7-48F5-472D-A5C6-89542CAD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34BE59-19EE-43B8-B9CB-AA597096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9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B995-FCE4-42D1-A02A-615C78C1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0C0D00-6ECF-4E7A-8B19-373F9A78E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AE8FD5-24E3-4D5A-AFA6-73A04A494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C10302-D13E-4EE5-A5D1-ACDA3CC2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213435-A1EC-42ED-BC8C-DDBF1CFA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E31BBB-BA86-4733-B8D7-B1BDD25D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07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B3601-F24A-44E5-B00C-93719697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CF56C4-8C71-4C29-A5F0-0783CD8C0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6F9DBD-58F3-4F56-A2D5-71EF5C67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2C97C-B935-4117-BBFD-FA5CBAD1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B4B0C-7EA0-4388-92D0-E9C319BF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6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A4CD12-B76D-405F-AAD3-70C3F8634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2D5BCE-C306-4823-BC7A-4F0DC32F5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3482E-85EB-4091-8B64-861A216B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8B0FC-6A0F-4BDB-A0E5-96CC864C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DC154-387F-4205-8210-B1F9BB05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68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AE62D8-1026-44D9-B637-0839E29E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825010-7F37-4C6E-BD93-E20063AB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703CA5-2463-4573-967D-9B655271D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5CE3A-D98D-427D-8C77-D283E81D5C83}" type="datetimeFigureOut">
              <a:rPr lang="zh-CN" altLang="en-US" smtClean="0"/>
              <a:t>2020/6/10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F20DC-98C2-4056-A719-F36D9062C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8CE94-D36C-4799-81C8-AE1F395EF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F70F3-6783-4922-AB0D-270CB837A9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44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EF068-898D-494D-A7C1-71F25C76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BE6223-03D6-4416-8BBD-B89CD82E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杨哲铭：负责</a:t>
            </a:r>
            <a:r>
              <a:rPr lang="en-US" altLang="zh-CN" dirty="0"/>
              <a:t>Activity</a:t>
            </a:r>
            <a:r>
              <a:rPr lang="zh-CN" altLang="en-US" dirty="0"/>
              <a:t>和</a:t>
            </a:r>
            <a:r>
              <a:rPr lang="en-US" altLang="zh-CN" dirty="0" err="1"/>
              <a:t>Recyclerview</a:t>
            </a:r>
            <a:r>
              <a:rPr lang="zh-CN" altLang="en-US" dirty="0"/>
              <a:t>的</a:t>
            </a:r>
            <a:r>
              <a:rPr lang="en-US" altLang="zh-CN" dirty="0"/>
              <a:t>Adapter</a:t>
            </a:r>
            <a:r>
              <a:rPr lang="zh-CN" altLang="en-US" dirty="0"/>
              <a:t>的编写</a:t>
            </a:r>
            <a:endParaRPr lang="en-US" altLang="zh-CN" dirty="0"/>
          </a:p>
          <a:p>
            <a:r>
              <a:rPr lang="zh-CN" altLang="en-US" dirty="0"/>
              <a:t>于泽栋：负责</a:t>
            </a:r>
            <a:r>
              <a:rPr lang="en-US" altLang="zh-CN" dirty="0"/>
              <a:t>layout</a:t>
            </a:r>
            <a:r>
              <a:rPr lang="zh-CN" altLang="en-US" dirty="0"/>
              <a:t>中</a:t>
            </a:r>
            <a:r>
              <a:rPr lang="en-US" altLang="zh-CN" dirty="0"/>
              <a:t>xml</a:t>
            </a:r>
            <a:r>
              <a:rPr lang="zh-CN" altLang="en-US" dirty="0"/>
              <a:t>文件和网络请求中的</a:t>
            </a:r>
            <a:r>
              <a:rPr lang="en-US" altLang="zh-CN" dirty="0" err="1"/>
              <a:t>Api</a:t>
            </a:r>
            <a:r>
              <a:rPr lang="zh-CN" altLang="en-US" dirty="0"/>
              <a:t>以及</a:t>
            </a:r>
            <a:r>
              <a:rPr lang="en-US" altLang="zh-CN" dirty="0"/>
              <a:t>Retrofit</a:t>
            </a:r>
            <a:r>
              <a:rPr lang="zh-CN" altLang="en-US" dirty="0"/>
              <a:t>的编写</a:t>
            </a:r>
          </a:p>
        </p:txBody>
      </p:sp>
    </p:spTree>
    <p:extLst>
      <p:ext uri="{BB962C8B-B14F-4D97-AF65-F5344CB8AC3E}">
        <p14:creationId xmlns:p14="http://schemas.microsoft.com/office/powerpoint/2010/main" val="158511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3E228-45AE-4AFB-8A54-3EE164A0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创新的地方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0D334-6F04-4F43-906D-E33F882E5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如果是指课堂上未接触到的，那就是通过</a:t>
            </a:r>
            <a:r>
              <a:rPr lang="en-US" altLang="zh-CN" dirty="0" err="1"/>
              <a:t>uri</a:t>
            </a:r>
            <a:r>
              <a:rPr lang="zh-CN" altLang="en-US" dirty="0"/>
              <a:t>获取视频某一帧的图片以及在</a:t>
            </a:r>
            <a:r>
              <a:rPr lang="en-US" altLang="zh-CN" dirty="0" err="1"/>
              <a:t>Recyclerview</a:t>
            </a:r>
            <a:r>
              <a:rPr lang="zh-CN" altLang="en-US" dirty="0"/>
              <a:t>中利用</a:t>
            </a:r>
            <a:r>
              <a:rPr lang="en-US" altLang="zh-CN" dirty="0" err="1"/>
              <a:t>ItemView</a:t>
            </a:r>
            <a:r>
              <a:rPr lang="zh-CN" altLang="en-US" dirty="0"/>
              <a:t>对开启新的</a:t>
            </a:r>
            <a:r>
              <a:rPr lang="en-US" altLang="zh-CN" dirty="0"/>
              <a:t>Activity</a:t>
            </a:r>
            <a:r>
              <a:rPr lang="zh-CN" altLang="en-US" dirty="0"/>
              <a:t>进行传参，其他的只是完成了基本功能</a:t>
            </a:r>
            <a:endParaRPr lang="en-US" altLang="zh-CN" dirty="0"/>
          </a:p>
          <a:p>
            <a:r>
              <a:rPr lang="zh-CN" altLang="en-US" dirty="0"/>
              <a:t>使用了</a:t>
            </a:r>
            <a:r>
              <a:rPr lang="en-US" altLang="zh-CN" dirty="0" err="1"/>
              <a:t>MediaController</a:t>
            </a:r>
            <a:r>
              <a:rPr lang="zh-CN" altLang="en-US" dirty="0"/>
              <a:t>控件，该控件可实现对视频的基本操作：开始</a:t>
            </a:r>
            <a:r>
              <a:rPr lang="en-US" altLang="zh-CN" dirty="0"/>
              <a:t>/</a:t>
            </a:r>
            <a:r>
              <a:rPr lang="zh-CN" altLang="en-US" dirty="0"/>
              <a:t>暂停，拖动进度条，显示时间，快进</a:t>
            </a:r>
            <a:r>
              <a:rPr lang="en-US" altLang="zh-CN" dirty="0"/>
              <a:t>/</a:t>
            </a:r>
            <a:r>
              <a:rPr lang="zh-CN" altLang="en-US" dirty="0"/>
              <a:t>后退等。</a:t>
            </a:r>
          </a:p>
        </p:txBody>
      </p:sp>
    </p:spTree>
    <p:extLst>
      <p:ext uri="{BB962C8B-B14F-4D97-AF65-F5344CB8AC3E}">
        <p14:creationId xmlns:p14="http://schemas.microsoft.com/office/powerpoint/2010/main" val="341222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4508F-9BFC-4B72-AC36-81A47A9C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最难解决的问题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3E776-E77E-45F9-8A91-46E275BC8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Retrofit</a:t>
            </a:r>
            <a:r>
              <a:rPr lang="zh-CN" altLang="en-US" dirty="0"/>
              <a:t>网络请求中对</a:t>
            </a:r>
            <a:r>
              <a:rPr lang="en-US" altLang="zh-CN" dirty="0"/>
              <a:t>JSON</a:t>
            </a:r>
            <a:r>
              <a:rPr lang="zh-CN" altLang="en-US" dirty="0"/>
              <a:t>数据格式的确定</a:t>
            </a:r>
          </a:p>
        </p:txBody>
      </p:sp>
    </p:spTree>
    <p:extLst>
      <p:ext uri="{BB962C8B-B14F-4D97-AF65-F5344CB8AC3E}">
        <p14:creationId xmlns:p14="http://schemas.microsoft.com/office/powerpoint/2010/main" val="303491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124</Words>
  <Application>Microsoft Office PowerPoint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分工 </vt:lpstr>
      <vt:lpstr>创新的地方</vt:lpstr>
      <vt:lpstr>最难解决的问题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分工 </dc:title>
  <dc:creator>杨 哲铭</dc:creator>
  <cp:lastModifiedBy>泽栋 于</cp:lastModifiedBy>
  <cp:revision>6</cp:revision>
  <dcterms:created xsi:type="dcterms:W3CDTF">2020-06-10T03:57:48Z</dcterms:created>
  <dcterms:modified xsi:type="dcterms:W3CDTF">2020-06-10T09:22:55Z</dcterms:modified>
</cp:coreProperties>
</file>